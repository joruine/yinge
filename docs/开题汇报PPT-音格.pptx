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音乐专辑评选与人格测评互动平台设计与实现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>
                <a:solidFill>
                  <a:srgbClr val="C9B8F5"/>
                </a:solidFill>
                <a:latin typeface="微软雅黑"/>
                <a:ea typeface="微软雅黑"/>
                <a:cs typeface="微软雅黑"/>
              </a:rPr>
              <a:t>—— 毕业论文开题汇报 ——</a:t>
            </a:r>
          </a:p>
          <a:p>
            <a:pPr algn="ctr">
              <a:spcAft>
                <a:spcPts val="8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新媒体学院 · 数字媒体技术 · 2025级（专升本）</a:t>
            </a:r>
          </a:p>
          <a:p>
            <a:pPr algn="ctr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姓名：胡祖锐　　学号：9920250499　　指导教师：伍春梅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C9B8F5"/>
                </a:solidFill>
                <a:latin typeface="微软雅黑"/>
                <a:ea typeface="微软雅黑"/>
                <a:cs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一、选题背景与研究意义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背景其一：比较需求缺乏工具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用户想系统比较、评选自己喜爱的专辑时，现有音乐应用只提供「推荐—播放」，用户处于被动接受位置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576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背景其二：人格化标签传播力强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MBTI 类内容持续高传播，说明「结果兼具自我认知与社交表达」的形态有明确产品价值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5020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5020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研究意义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实用：把模糊偏好变成可对决策的擂台与可分享的人格画像　｜　技术：完整前后端分离全栈实践　｜　专业：体现视觉表达与内容生成能力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二、国内外研究现状与空白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国外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音乐推荐研究强调用户显式反馈的价值；Spotify Wrapped / Apple Music Replay 属「年度回顾型」，用户全程接受结果；音乐对决类社交应用把比较做成了玩法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576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国内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主流平台以年度听歌报告为主；高校作品集中在「文化数字化展示」与「信息展示类小程序」两类，交互以浏览为主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5020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5020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三个空白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① 参与深度不足：决策行为不被记录、无法累积　② 音乐数据合法性常被忽视，作品难以公开部署　③ 测评结果多为固定文案模板，个性化程度低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三、研究目标与核心玩法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研究目标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实现一个以「专辑评选」与「音乐人格测评」为核心玩法的互动平台，完成前后端开发、数据库设计、云部署上线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576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玩法一 · 专辑评选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选歌手/流派/年代 → 自动抓取全部专辑 → 两两对决（可试听 30 秒）→ 小组赛+复活赛+淘汰赛 → 冠军 → 生成「夺冠之路」分享图 → 全球榜单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5020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5020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玩法二 · 音乐人格测评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12 道题（含听感题）→ 人格类型卡片 → 大语言模型生成个性化解读 → 推荐 3 张专辑 → 人格图鉴与占比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开发方法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迭代开发，每轮产出可运行版本；引入 AI 辅助编程提效，核心设计与关键逻辑本人完成并验证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576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前端 Vue3 + Vite + Pinia + Element Plus　｜　后端 Node.js + Express　｜　数据库 MongoDB + Mongoose　｜　认证 JWT + 单向加密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5020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5020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外部服务与部署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音乐数据来自 iTunes Search API（免密钥、可公开部署）；文本生成调用大语言模型接口；前端静态托管 + 后端云托管 + 云数据库三端部署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五、进度安排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02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第 1 周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需求分析与系统设计：需求分析文档、系统架构图、数据库 ER 图、全部界面设计稿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1576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1576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3464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第 2—3 周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后端与数据库实现 → 前端页面与两条核心玩法实现，完成试听播放与分享图生成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5020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95020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06908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第 4—5 周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大模型接入与后台管理完善 → 三端云部署上线 → 功能/接口/兼容性测试与用户试用反馈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184648"/>
            <a:ext cx="10817352" cy="1069848"/>
          </a:xfrm>
          <a:prstGeom prst="rect">
            <a:avLst/>
          </a:prstGeom>
          <a:solidFill>
            <a:srgbClr val="F3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5184648"/>
            <a:ext cx="68580" cy="10698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30352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B0764"/>
                </a:solidFill>
                <a:latin typeface="微软雅黑"/>
                <a:ea typeface="微软雅黑"/>
                <a:cs typeface="微软雅黑"/>
              </a:rPr>
              <a:t>第 6 周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A"/>
                </a:solidFill>
                <a:latin typeface="微软雅黑"/>
                <a:ea typeface="微软雅黑"/>
                <a:cs typeface="微软雅黑"/>
              </a:rPr>
              <a:t>论文撰写与答辩准备：整理图表与过程材料，完成初稿、修改完善、制作演示文稿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恳请各位老师批评指正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C9B8F5"/>
                </a:solidFill>
                <a:latin typeface="微软雅黑"/>
                <a:ea typeface="微软雅黑"/>
                <a:cs typeface="微软雅黑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